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Portada completa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Problema y cliente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Configuración y lectura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Arquitectura del Harness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Validación, Evaluación y Observabilidad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Guardrails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Presupuesto y Coste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(cont): Escenarios de volumen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Demo y Cierre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Contraportada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Annexes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 Maker</dc:title>
  <dc:subject>PptxGenJS Presentation</dc:subject>
  <dc:creator>Created by Marp</dc:creator>
  <cp:lastModifiedBy>Created by Marp</cp:lastModifiedBy>
  <cp:revision>1</cp:revision>
  <dcterms:created xsi:type="dcterms:W3CDTF">2026-09-24T20:22:00Z</dcterms:created>
  <dcterms:modified xsi:type="dcterms:W3CDTF">2026-09-24T20:22:00Z</dcterms:modified>
</cp:coreProperties>
</file>